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5cad271-2831-9546-5299-e213a1c0e7d7}">
          <p14:sldIdLst>
            <p14:sldId id="256"/>
            <p14:sldId id="257"/>
            <p14:sldId id="258"/>
            <p14:sldId id="259"/>
          </p14:sldIdLst>
        </p14:section>
        <p14:section name="Parallel" id="{a4cbe45d-fdcf-93da-d3c1-10f40999f8bb}">
          <p14:sldIdLst>
            <p14:sldId id="260"/>
            <p14:sldId id="261"/>
            <p14:sldId id="262"/>
            <p14:sldId id="263"/>
          </p14:sldIdLst>
        </p14:section>
        <p14:section name="Surface" id="{51b88eb0-f47b-03d9-e0f9-ff6a8cea66e7}">
          <p14:sldIdLst>
            <p14:sldId id="264"/>
            <p14:sldId id="265"/>
            <p14:sldId id="266"/>
            <p14:sldId id="267"/>
            <p14:sldId id="271"/>
          </p14:sldIdLst>
        </p14:section>
        <p14:section name="Speed" id="{b12b386c-1eec-3868-a2e6-4c9ded9c22f1}">
          <p14:sldIdLst>
            <p14:sldId id="268"/>
            <p14:sldId id="269"/>
            <p14:sldId id="270"/>
            <p14:sldId id="272"/>
          </p14:sldIdLst>
        </p14:section>
        <p14:section name="Take-away" id="{11f7c037-71df-d58f-b605-bc6a07060841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presentation about stryke: a dynamic language built for parallel operations, on a bytecode VM with a Cranelift JIT. The install is on slide 3 and repeats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language and its parallel primitives first, then the pieces around it, then speed and how to try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Homebrew tap or crates.io. This slide repeats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parses and executes Perl 5 scripts and adds modern syntax: val, fn, pipelines and topic variables, on a bytecode VM.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Work-stealing builtins in block, expression and bare-function forms.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parallel primitive accepts a block, an expression or a function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varsync declares state safe across workers, with channels, select and barriers for coordination.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pmap_on and ~d&gt; spread work over an SSH worker pool, and an agent and controller pair run fleet-wide load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before, after and around advice with glob pointcuts and proceed(), with the same surface as zshrs intercept.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is a builtin like print, with tool functions, MCP client and server, an agent loop and sessions.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s_web scaffolds a Rails-shaped app, and a built-in server answers one-liners.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mark, provenance and unmark track where a value came from with zero overhead when unused.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figures: stryke 0.7.7 on an Apple M5 18-core, mean of 10 hyperfine runs including startup. Re-run on your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fully bytecode-lowered VM, a tiered Cranelift JIT, an rkyv bytecode cache and rayon.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stryke build embeds a zstd-compressed script into a copy of the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CLI doubles as formatter, profiler, doc browser, package manager and language server.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runs mmap an rkyv shard and skip lex, parse and compile; four conditions evict stale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smallest verifiable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Repost of the install, as promised.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stryk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stryke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stryke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57200"/>
            <a:ext cx="4389120" cy="131673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brew install stryke</a:t>
            </a:r>
            <a:endParaRPr lang="en-US" sz="2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27432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one way to do it, in parallel</a:t>
            </a:r>
            <a:endParaRPr lang="en-US" sz="48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accent5"/>
                </a:solidFill>
              </a:rPr>
              <a:t>A Perl 5 runtime built around every core.</a:t>
            </a:r>
            <a:endParaRPr lang="en-US" sz="2400" dirty="0"/>
          </a:p>
        </p:txBody>
      </p:sp>
      <p:sp>
        <p:nvSpPr>
          <p:cNvPr id="7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talk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language and its parallel primitives first, then the pieces around it, then speed and how to try it.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pmap, fan, pipelines, varsync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AOP, async, AI, web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VM, JIT, cache, benchmarks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Install and help wanted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it now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Homebrew tap or crates.io. This slide repeats at the end.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tap MenkeTechnologies/menketech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stryke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'p 1 + 2'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it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stryke parses and executes Perl 5 scripts and adds modern syntax: val, fn, pipelines and topic variables, on a bytecode VM.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Rayon across every core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Bytecode plus a Cranelift JIT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binary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Every builtin included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Inside zshrs as its scripting layer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Parallel primitives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parallel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Work-stealing builtins in block, expression and bare-function forms.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pmap, pgrep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Parallel map and filter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pfor, ploop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Parallel loops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fan N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 copies with the index as topic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pmaps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Streaming, bounded memory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Three forms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parallel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Every parallel primitive accepts a block, an expression or a function name.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 { $_ * 2 } @list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 $_ * 2, @list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pmap double, @list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Shared state and channels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varsync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varsync declares state safe across workers, with channels, select and barriers for coordination.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varsync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Shared mutable state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With Go-style select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Barrier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 workers rendezvous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persistent thread pool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Across machines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cluster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pmap_on and ~d&gt; spread work over an SSH worker pool, and an agent and controller pair run fleet-wide load tests.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SSH worker pool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stryke controller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stryke agent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heat(60)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Pins all cores for 60 seconds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AOP in a language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aop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before, after and around advice with glob pointcuts and proceed(), with the same surface as zshrs intercept.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Runs ahead of the sub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Sees result and timing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around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Wraps with proceed()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log_* or *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AI as a primitive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ai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ai is a builtin like print, with tool functions, MCP client and server, an agent loop and sessions.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ai "summarize", $doc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tool fn auto-attaches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Client and server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Streaming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stream_prompt in iterator context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Web and systems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web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s_web scaffolds a Rails-shaped app, and a built-in server answers one-liners.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stryke serve 8080 app.stk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s_web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ORM, admin, auth, PWA, Dockerfile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FFI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Inline rust blocks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Standalone binaries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Value lineage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lineage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mark, provenance and unmark track where a value came from with zero overhead when unused.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Start tracking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provenance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Read the lineage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unmark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Stop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Zero unused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Benchmarks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bench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README figures: stryke 0.7.7 on an Apple M5 18-core, mean of 10 hyperfine runs including startup. Re-run on your machine.</a:t>
            </a:r>
            <a:endParaRPr lang="en-US" sz="2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828800"/>
                <a:gridCol w="1828800"/>
                <a:gridCol w="1828800"/>
                <a:gridCol w="1920240"/>
              </a:tblGrid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Bench (ms)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stryke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perl5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python3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b="1" dirty="0">
                          <a:solidFill>
                            <a:schemeClr val="accent1"/>
                          </a:solidFill>
                        </a:rPr>
                        <a:t>ruby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fib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6.7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184.0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60.1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56.6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loop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3.2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91.2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191.4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77.8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regex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12.6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89.7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264.0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234.3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hash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6.8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24.6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25.5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32.6</a:t>
                      </a:r>
                      <a:endParaRPr lang="en-US" sz="2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Where speed comes from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jit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fully bytecode-lowered VM, a tiered Cranelift JIT, an rkyv bytecode cache and rayon.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Slot ops for frame-local scalars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Tiered after 50 invocations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mmap an rkyv shard on warm runs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Isolated VM per worker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Standalone binaries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stryke build embeds a zstd-compressed script into a copy of the runtime.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One native executable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32-byte trailer sniff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At build time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scp it anywhere compatible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Tooling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tools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CLI doubles as formatter, profiler, doc browser, package manager and language server.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fmt, minify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Format and minify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profile, flame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Profile and flamegraph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Interactive reference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lsp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Language server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Bytecode cache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cache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Warm runs mmap an rkyv shard and skip lex, parse and compile; four conditions evict stale entries.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Parse, compile, persist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mmap, lookup, dispatch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Evict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Source, version, width or binary change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cacheview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Help wanted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contributing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smallest verifiable thing.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18360"/>
            <a:ext cx="10515600" cy="400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Write scripts and report what breaks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Re-run the benchmark harness on your hardware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Add VM opcodes for hot paths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Improve LSP completion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Open issues with a reproduction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 again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stryke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Repost of the install, as promised.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tap MenkeTechnologies/menketech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stryke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stryke_logo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097280"/>
            <a:ext cx="5486400" cy="16459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6000" dirty="0"/>
          </a:p>
        </p:txBody>
      </p:sp>
      <p:sp>
        <p:nvSpPr>
          <p:cNvPr id="5" name="Text 1"/>
          <p:cNvSpPr txBox="1"/>
          <p:nvPr/>
        </p:nvSpPr>
        <p:spPr>
          <a:xfrm>
            <a:off x="822960" y="4754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github.com/MenkeTechnologies/strykelang</a:t>
            </a:r>
            <a:endParaRPr lang="en-US" sz="22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stryke</dc:title>
  <dc:subject>PptxGenJS Presentation</dc:subject>
  <dc:creator>PptxGenJS</dc:creator>
  <cp:lastModifiedBy>PptxGenJS</cp:lastModifiedBy>
  <cp:revision>1</cp:revision>
  <dcterms:created xsi:type="dcterms:W3CDTF">2026-10-10T01:30:46Z</dcterms:created>
  <dcterms:modified xsi:type="dcterms:W3CDTF">2026-10-10T01:30:46Z</dcterms:modified>
</cp:coreProperties>
</file>