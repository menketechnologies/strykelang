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entation" id="{d373c558-b4e2-4fe1-2cc7-91db1b8349eb}">
          <p14:sldIdLst>
            <p14:sldId id="256"/>
            <p14:sldId id="257"/>
            <p14:sldId id="258"/>
          </p14:sldIdLst>
        </p14:section>
        <p14:section name="Pipeline" id="{2e2ef959-1640-5632-72ab-90de003cdb69}">
          <p14:sldIdLst>
            <p14:sldId id="259"/>
            <p14:sldId id="260"/>
            <p14:sldId id="261"/>
            <p14:sldId id="274"/>
          </p14:sldIdLst>
        </p14:section>
        <p14:section name="Execution" id="{82846eb1-87b6-4d04-6609-fa4da9d43fe1}">
          <p14:sldIdLst>
            <p14:sldId id="262"/>
            <p14:sldId id="263"/>
            <p14:sldId id="264"/>
            <p14:sldId id="275"/>
          </p14:sldIdLst>
        </p14:section>
        <p14:section name="Runtime" id="{c367d5fc-42c4-53fa-949d-5cbd7693e68f}">
          <p14:sldIdLst>
            <p14:sldId id="265"/>
            <p14:sldId id="266"/>
            <p14:sldId id="267"/>
            <p14:sldId id="268"/>
            <p14:sldId id="269"/>
            <p14:sldId id="276"/>
          </p14:sldIdLst>
        </p14:section>
        <p14:section name="Tooling" id="{c5ecf516-086d-3444-6545-1cc84cb8f598}">
          <p14:sldIdLst>
            <p14:sldId id="270"/>
            <p14:sldId id="271"/>
            <p14:sldId id="272"/>
            <p14:sldId id="277"/>
          </p14:sldIdLst>
        </p14:section>
        <p14:section name="Contributing" id="{75c7b4a9-3377-7d72-2292-5b4d17887df9}">
          <p14:sldIdLst>
            <p14:sldId id="273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from the README architecture, development and runtime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language runtime that parses Perl 5, lowers fully to bytecode, runs on a VM with a Cranelift JIT and spreads parallel builtins across a rayon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architecture diagram, as a path from source to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lexer is context-sensitive for Perl's ambiguities. The parser is recursive descent with Pratt precedence climbing.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compiler is 100 percent lowered to bytecode. Compiled subs use slot ops for frame-local my scalars, which are O(1).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VM is a match-dispatch interpreter. The Cranelift Block JIT validates a CFG and joins typed i64 and f64 slots, tiered after STRYKE_JIT_SUB_INVOKES VM invocations, default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fusevm bridge is a Tier-0 JIT for string-bearing segments. Per-sub caches hold eligibility keyed by sub entry 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parallel block spawns an isolated VM with captured scope, and rayon does work stealing across all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StrykeValue is a NaN-boxed u64: immediates for undef, i32 and raw f64 bits, and tagged Arc&lt;HeapObject&gt; pointers for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escalates from fast to compatible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conditions evict a stored entry, so no stale bytecode is ever 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build copies the runtime and appends a zstd payload. A 32-byte trailer sniff of about 50 microseconds detects an embedded script at startup.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rust blocks compile to a cdylib cached by hash and registered by dlopen.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LSP hooks into the existing parser, lexer and symbol table, so there is no separate analyzer to maintain.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runner is a worker-pool architecture documented in the README's 0x0C-test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bench/run_bench_all.sh compares stryke with perl, python, ruby, julia, raku and LuaJIT using hyperfine; run_bench.sh adds noJIT and perturbation columns for honesty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is designed to embed inside zshrs: the shell is the host and stryke is its scripting layer, through a single handler slot and the @ prefix.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 new VM opcodes in bytecode.rs, lowering in compiler.rs and implementation in vm.rs. Do not add new ExprKind or Stmt kinds for features that fit the opcode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--tiers shows which fusevm tier took each chunk, and --disasm shows the bytecode.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Cargo-shaped manifest and lockfile with a parallel, hash-pinned resolver and a store under ~/.stryke.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gen-docs walks a tree and writes Markdown for every .stk, .pl and .pm into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verifiable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stryk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stryk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stryke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for developers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Lexer to VM to JIT to cores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Prefer new VM opcodes; lower in the compiler.</a:t>
            </a:r>
            <a:endParaRPr lang="en-US" sz="24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the project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language runtime that parses Perl 5, lowers fully to bytecode, runs on a VM with a Cranelift JIT and spreads parallel builtins across a rayon pool.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Lexer, parser, AST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Compiler to bytecode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VM and Cranelift block JIT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Rayon work stealing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Six parts.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Orientation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Project and layout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Pipeline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Lexer, parser, compiler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Execution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VM, JIT tiers, fusevm bridge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Runtime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Values, regex, cache, AOT, FFI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Tooling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LSP, tests, benchmarks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Contributing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Policies and where to start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Pipeline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README architecture diagram, as a path from source to cores.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2326640"/>
          </a:xfrm>
          <a:prstGeom prst="roundRect">
            <a:avLst>
              <a:gd name="adj" fmla="val 471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-&gt; Lexer -&gt; Parser -&gt; AST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 -&gt; Compiler (compiler.rs) -&gt; Bytecode (bytecode.rs)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Bytecode -&gt; VM (vm.rs)  or  Cranelift Block JIT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Rayon work-stealing scheduler: CORE 0 ... CORE N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Lexer and parser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lexer is context-sensitive for Perl's ambiguities. The parser is recursive descent with Pratt precedence climbing.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Lexer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strykelang/lexer.rs: regex vs division, hash vs modulo, heredocs, interpolation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strykelang/parser.rs: recursive descent plus Pratt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An AST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Ambiguity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Context decides tokens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Compiler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compiler is 100 percent lowered to bytecode. Compiled subs use slot ops for frame-local my scalars, which are O(1).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compiler.rs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Lowering from AST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bytecode.rs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Opcodes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Prefer new VM opcodes over new ExprKind or Stmt kinds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Frame-local scalars by slot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VM and Block JIT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jit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VM is a match-dispatch interpreter. The Cranelift Block JIT validates a CFG and joins typed i64 and f64 slots, tiered after STRYKE_JIT_SUB_INVOKES VM invocations, default 50.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vm.rs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Match-dispatch interpreter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jit.rs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Cranelift block and linear-sub JIT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STRYKE_JIT_SUB_INVOKES, default 50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ISA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cached OwnedTargetIsa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fusevm bridge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jit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fusevm bridge is a Tier-0 JIT for string-bearing segments. Per-sub caches hold eligibility keyed by sub entry IP.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Compares, concat, length, ord, hex, oct, index, substr and more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sub_fusevm_meta keyed by entry IP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call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Runs the segment detectors and builds the chunk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 --tiers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Parallel blocks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parallel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Each parallel block spawns an isolated VM with captured scope, and rayon does work stealing across all cores.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VM per worker with captured scope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Rayon work stealing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pre-built interpreter pool for pmap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pmaps uses worker threads and a bounded channel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Values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values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StrykeValue is a NaN-boxed u64: immediates for undef, i32 and raw f64 bits, and tagged Arc&lt;HeapObject&gt; pointers for everything else.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undef, i32, raw f64 bits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Big ints, strings, arrays, hashes, refs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Regexes, atomics and channels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Arc, no tracing GC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Three-tier regex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regex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Matching escalates from fast to compatible engines.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Rust regex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fancy-regex for backreferences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pcre2 for PCRE-only verbs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By pattern features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Bytecode cache invalidation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cache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All four conditions evict a stored entry, so no stale bytecode is ever served.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chemeClr val="accent1"/>
                          </a:solidFill>
                        </a:rPr>
                        <a:t>Condition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chemeClr val="accent1"/>
                          </a:solidFill>
                        </a:rPr>
                        <a:t>Trigger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Source mtime mismatch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Edit the .stk file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stryke_version mismatch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Cargo version bump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Pointer-width mismatch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Cross-build between 32 and 64-bit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Binary mtime newer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Rebuild stryke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AOT trailer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aot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 build copies the runtime and appends a zstd payload. A 32-byte trailer sniff of about 50 microseconds detects an embedded script at startup.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payload, compressed len, uncompressed len, version, reserved, magic STRYKEAOT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Rebuilding strips the previous trailer first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Surface at build time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strykelang/aot.rs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Inline Rust FFI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ffi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rust blocks compile to a cdylib cached by hash and registered by dlopen.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~/.cache/stryke/ffi/&lt;hash&gt;.dylib or .so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dlopen and register exported functions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Integer and float C signatures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run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Compiles the block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LSP internals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lsp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LSP hooks into the existing parser, lexer and symbol table, so there is no separate analyzer to maintain.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Strict-vars on in the IDE, lenient CLI check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keys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Completion driven by builtin return schemas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Retries parse with the cursor line blanked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AST-based with no textual fallback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Test runner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tests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test runner is a worker-pool architecture documented in the README's 0x0C-test section.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Workers run test files in parallel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stryke prun *.stk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-j N threads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Development and CI section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Benchmark harness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bench/run_bench_all.sh compares stryke with perl, python, ruby, julia, raku and LuaJIT using hyperfine; run_bench.sh adds noJIT and perturbation columns for honesty checks.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Mean of 10 runs, 3 warmups, includes startup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noJIT and perturbation columns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map, maps, pmap and pmaps compared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On your hardware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Embedding in zshrs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zshrs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 is designed to embed inside zshrs: the shell is the host and stryke is its scripting layer, through a single handler slot and the @ prefix.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zshrs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@-prefix strips the sigil and runs the rest as stryke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AOP advice bodies in zshrs intercept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zshrs needs win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Feature work policy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policy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Prefer new VM opcodes in bytecode.rs, lowering in compiler.rs and implementation in vm.rs. Do not add new ExprKind or Stmt kinds for features that fit the opcode path.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bytecode.rs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New opcodes here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compiler.rs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Lowering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vm.rs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Implementation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One execution path for the VM and JIT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Tier introspection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jit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--tiers shows which fusevm tier took each chunk, and --disasm shows the bytecode.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--tiers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Which tier ran the chunk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--disasm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Bytecode on stderr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--profile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Per-line and per-sub nanoseconds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--flame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Terminal or SVG flamegraph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Package resolver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packages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Cargo-shaped manifest and lockfile with a parallel, hash-pinned resolver and a store under ~/.stryke.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stryke.toml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stryke.lock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~/.stryke/store/&lt;name&gt;@&lt;ver&gt;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install -g links bin entries into ~/.stryke/bin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Docs generation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docs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gen-docs walks a tree and writes Markdown for every .stk, .pl and .pm into docs.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gen-docs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Walk . and write docs/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gen-docs lib --out site/api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Source layout plus an index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docs/reference.html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to start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verifiable thing.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18360"/>
            <a:ext cx="10515600" cy="400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Run bench/run_bench.sh and report regressions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Add a VM opcode instead of a new AST kind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Port a Perl feature listed under supported features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Extend LSP completion schemas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Open an issue with a reproduction script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stryke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github.com/MenkeTechnologies/strykelang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stryke for developers</dc:title>
  <dc:subject>PptxGenJS Presentation</dc:subject>
  <dc:creator>PptxGenJS</dc:creator>
  <cp:lastModifiedBy>PptxGenJS</cp:lastModifiedBy>
  <cp:revision>1</cp:revision>
  <dcterms:created xsi:type="dcterms:W3CDTF">2026-10-10T01:30:46Z</dcterms:created>
  <dcterms:modified xsi:type="dcterms:W3CDTF">2026-10-10T01:30:46Z</dcterms:modified>
</cp:coreProperties>
</file>