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3aec0d37-342c-b08d-c03e-556d7b759f1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Language" id="{e475cbc2-263c-15df-5c3d-e1a03231da49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Parallel" id="{f26c58f8-ec91-9877-1c3e-4a86f43ccf11}">
          <p14:sldIdLst>
            <p14:sldId id="270"/>
            <p14:sldId id="271"/>
            <p14:sldId id="272"/>
            <p14:sldId id="273"/>
            <p14:sldId id="274"/>
          </p14:sldIdLst>
        </p14:section>
        <p14:section name="Tools" id="{0508fd31-6e5f-cf28-5f8c-68a4390b9b74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Systems" id="{4238cdb3-3e3c-3644-a569-772153dfd74f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Reference" id="{dcb0a545-8804-2470-4326-d9be111c5697}">
          <p14:sldIdLst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people who would write and run stryke. Everything here is from the README; performance figures are the README's own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stryke parses and executes Perl 5 scripts with rayon-powered work-stealing primitives across every CPU core, on a bytecode VM with a Cranelift JIT.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Homebrew tap, crates.io or source. The formula is stryke and the installed command is stryke, with s as a short alias.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stryke &lt;TAB&gt; then completes flags, options and script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-e is optional: if the first argument is not a file and looks like code, stryke runs it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Flags that show what the runtime will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stryke with no arguments for a readline session with history in ~/.stryke/history and tab completion. The default is emacs bindings; vi modal editing is selectable.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 not need a trailing semicolon on each line. Use semicolons only when putting more than one statement on a physical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|&gt; operator threads a value through functions, and topic variables line up with block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Lightweight structured concurrency with async, spawn and await. bench returns min, mean and p99.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constructs in the tree interpreter.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before, after and around advice on user subs with glob pointcuts. proceed() runs the original from around advice. The same surface as zshrs's intercept.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README semantics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parallel builtin uses work-stealing across all cores, with block, expression and bare-function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surface forms work for pmap, pgrep, pfor, pcache and pflat_map.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Multi-stage pipelines are batch or streaming, and channels support Go-style select.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varsync declares shared mutable state safe across workers, with deque and heap using Arc&lt;Mutex&lt;...&gt;&gt; internally.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pmap_on and ~d&gt; distribute work over an SSH worker pool described by a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usage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Cargo-shaped manifest and lockfile, hash-pinned with a parallel resolver. Registry endpoints are not deployed yet and return diagnostics.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stryke lsp runs an LSP server over stdio on the existing parser and symbol table, with no separate analyzer.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any LSP client at stryke --lsp. There is no separate server binary. A JetBrains plugin ships under editors/intellij.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profile gives folded stacks and per-line and per-sub nanoseconds. --flame draws terminal bars, or an interactive SVG when piped.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reference book is built in, vim-style: j and k to move, ] and [ for pages, t for the table of contents.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doctor checks version, flags, paths and toolchain. serve runs a static or scripted HTTP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 rewrites Perl into stryke syntax with pipes, deconvert reverses it, and --from-zsh transpiles a zsh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fmt pretty-prints in place or to stdout and minify collapses to a one-liner that parses to the same 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README-listed data features: an rkyv-backed KV store and probabilistic structures as operands.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 coordinates are documented separately for bytes and code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stryke build copies the runtime and embeds the script as a zstd-compressed trailer. Parse and compile errors surface at build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rust block compiles to a cdylib cached under ~/.cache/stryke/ffi, is dlopened, and its exported functions are registered.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Compiled bytecode is stored in one rkyv shard at ~/.stryke/scripts.rkyv and mmapped on warm runs, skipping lex, parse and compile.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Rails-shaped scaffold with an ERB engine, SQLite ORM, admin panel, auth, PWA and Dockerfile.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is a builtin like print, with tool fn, an MCP client and server, an agent loop and sessions.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PTY-driven interactive automation with cluster fanout, the modern successor to Tcl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mark, provenance and unmark give arc-keyed per-value lineage with weak-ref GC and zero overhead when unused.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stryke 0.7.7 against peers on an Apple M5 18-core, mean of 10 hyperfine runs including process startup. Run bash bench/run_bench_all.sh for your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page people can photograph.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stryke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stryke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stryke_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548640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for users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3474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dynamic language built for parallel operations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5120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There is more than one way to do it, in parallel.</a:t>
            </a:r>
            <a:endParaRPr lang="en-US" sz="24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it 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overview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stryke parses and executes Perl 5 scripts with rayon-powered work-stealing primitives across every CPU core, on a bytecode VM with a Cranelift JIT.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first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pmap, pgrep, pfor, fan and more across all cores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Bytecode VM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Compiled and cached; Cranelift block JIT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binary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Every builtin in a single static binary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Perl superset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A Perl 5 compatible surface plus modern syntax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this deck covers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agenda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Six parts.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138160"/>
              </a:tblGrid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chemeClr val="accent1"/>
                          </a:solidFill>
                        </a:rPr>
                        <a:t>Part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chemeClr val="accent1"/>
                          </a:solidFill>
                        </a:rPr>
                        <a:t>Contents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Start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Install, usage, REPL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Language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Syntax, pipelines, AOP, async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Parallel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Primitives, shared state, distributed pmap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Tools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fmt, profile, docs, packages, LSP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Systems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Builds, FFI, web, AI, expect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Reference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Benchmarks, cheat sheet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Install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install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Homebrew tap, crates.io or source. The formula is stryke and the installed command is stryke, with s as a short alias.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tap MenkeTechnologies/menketech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stryke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install strykelang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Zsh completion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install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stryke &lt;TAB&gt; then completes flags, options and script files.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1229360"/>
          </a:xfrm>
          <a:prstGeom prst="roundRect">
            <a:avLst>
              <a:gd name="adj" fmla="val 8926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completions/_stryke /usr/local/share/zsh/site-functions/_stryke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autoload -Uz compinit &amp;&amp; compinit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Running code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usage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-e is optional: if the first argument is not a file and looks like code, stryke runs it directly.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3098800"/>
          </a:xfrm>
          <a:prstGeom prst="roundRect">
            <a:avLst>
              <a:gd name="adj" fmla="val 3541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'p "Hello, world!"'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'p 1 + 2'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script.stk arg1 arg2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-lane 'p $F[0]'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-c script.stk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Syntax checks and inspection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usage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Flags that show what the runtime will do.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2387600"/>
          </a:xfrm>
          <a:prstGeom prst="roundRect">
            <a:avLst>
              <a:gd name="adj" fmla="val 4596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--lint script.stk       # parse and compile, no run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--disasm script.stk     # bytecode on stderr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--tiers script.stk      # which fusevm tier took the chunk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--ast script.stk        # AST as JSON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--fmt script.stk        # pretty-print parsed source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REPL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repl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Run stryke with no arguments for a readline session with history in ~/.stryke/history and tab completion. The default is emacs bindings; vi modal editing is selectable.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repl --load lib.stk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Newline ends a statement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syntax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You do not need a trailing semicolon on each line. Use semicolons only when putting more than one statement on a physical line.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val $answer = 40 + 2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per line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No ; required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line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val $x = 1; val $y = 2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_ and $_ for the current element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Pipelines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pipes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|&gt; operator threads a value through functions, and topic variables line up with block parameters.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~&gt; @prices map { _ - _&lt; }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'lsp_words |&gt; ep'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87520"/>
            <a:ext cx="10515600" cy="183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chemeClr val="bg2"/>
                </a:solidFill>
              </a:rPr>
              <a:t>_&lt; rolls through previous topics across iteration boundaries</a:t>
            </a:r>
            <a:endParaRPr lang="en-US" sz="2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chemeClr val="bg2"/>
                </a:solidFill>
              </a:rPr>
              <a:t>Same primitive powers running totals, moving averages and deltas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Async and timers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async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Lightweight structured concurrency with async, spawn and await. bench returns min, mean and p99.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2407920"/>
          </a:xfrm>
          <a:prstGeom prst="roundRect">
            <a:avLst>
              <a:gd name="adj" fmla="val 4557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$data = async { "https://example.com/" |&gt; fetch }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$file = spawn { "big.csv" |&gt; \&amp;slurp }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await($data), await($file)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$report = bench heavy_work 1000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Retry, rate limit, generators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async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Control constructs in the tree interpreter.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2489200"/>
          </a:xfrm>
          <a:prstGeom prst="roundRect">
            <a:avLst>
              <a:gd name="adj" fmla="val 440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 http_call times =&gt; 3, backoff =&gt; exponential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rate_limit(10, "1s") hit_api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"500ms" tick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$g = gen { yield $_ for 1..5 }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AOP advice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aop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before, after and around advice on user subs with glob pointcuts. proceed() runs the original from around advice. The same surface as zshrs's intercept.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"fetch" { warn "calling fetch with @INTERCEPT_ARGS" }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"fetch" { warn "took ${INTERCEPT_MS}ms" }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around "expensive" { proceed() }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Advice rules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aop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From the README semantics list.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Multiple before and after advices fire in registration order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Around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The first matching around wraps; later ones are skipped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Calling the advised sub from its advice runs the original directly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User-defined subs only in v1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Parallel primitives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parallel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Every parallel builtin uses work-stealing across all cores, with block, expression and bare-function forms.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and filter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pmap, pgrep, pfor, pflat_map, pcache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ploop and pwhile run a body as a worker loop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fan N runs a block N times with the index as topic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maps and pmaps return lazy iterators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Forms of pmap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parallel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Three surface forms work for pmap, pgrep, pfor, pcache and pflat_map.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pmap { $_ * 2 } @list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pmap $_ * 2, @list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pmap double, @list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Pipelines and channels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parallel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Multi-stage pipelines are batch or streaming, and channels support Go-style select.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Each stage drains its list before the next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Bounded crossbeam channels, concurrent stages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With Go-style select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Barrier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 workers rendezvous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Shared state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varsync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varsync declares shared mutable state safe across workers, with deque and heap using Arc&lt;Mutex&lt;...&gt;&gt; internally.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varsync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Shared across parallel blocks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Logs mutations to stderr, tagged per worker under fan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A persistent thread pool avoids per-task spawn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Control the thread count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Distributed pmap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cluster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pmap_on and ~d&gt; distribute work over an SSH worker pool described by a cluster.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controller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agent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87520"/>
            <a:ext cx="10515600" cy="183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chemeClr val="bg2"/>
                </a:solidFill>
              </a:rPr>
              <a:t>Agent and controller architecture for fleet-wide load testing</a:t>
            </a:r>
            <a:endParaRPr lang="en-US" sz="2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chemeClr val="bg2"/>
                </a:solidFill>
              </a:rPr>
              <a:t>heat(60) pins all cores to 100 percent for 60 seconds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Project commands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tools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From the usage block.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6492240"/>
              </a:tblGrid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Command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Does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stryke init, new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Scaffold a project with stryke.toml, lib, t and benches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stryke fmt -i .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Format all .stk files in place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stryke check *.stk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Parse and compile without executing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stryke profile --flame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Profile and write a flamegraph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stryke bench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Run benchmarks in bench or benches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stryke docs pmap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Open the interactive reference at a topic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Package manager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packages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Cargo-shaped manifest and lockfile, hash-pinned with a parallel resolver. Registry endpoints are not deployed yet and return diagnostics.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3098800"/>
          </a:xfrm>
          <a:prstGeom prst="roundRect">
            <a:avLst>
              <a:gd name="adj" fmla="val 3541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add github.com/OWNER/REPO@v1.0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add ./mylib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install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tree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run greet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Language server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lsp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stryke lsp runs an LSP server over stdio on the existing parser and symbol table, with no separate analyzer.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On every keystroke, strict-vars on in the IDE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Variables, subs, types, constants, hash keys from return schemas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Goto, references and AST-based rename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Extract variable, constant, parameter and function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Editors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lsp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Point any LSP client at stryke --lsp. There is no separate server binary. A JetBrains plugin ships under editors/intellij.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782320"/>
          </a:xfrm>
          <a:prstGeom prst="roundRect">
            <a:avLst>
              <a:gd name="adj" fmla="val 14026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"stryke.serverPath": "/usr/local/bin/stryke", "stryke.serverArgs": ["--lsp"] 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Profiling and flamegraphs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tools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profile gives folded stacks and per-line and per-sub nanoseconds. --flame draws terminal bars, or an interactive SVG when piped.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2570480"/>
          </a:xfrm>
          <a:prstGeom prst="roundRect">
            <a:avLst>
              <a:gd name="adj" fmla="val 4269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211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--profile script.stk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--flame script.stk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--flame script.stk &gt; flame.svg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profile --flame script.stk -o out.svg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Interactive docs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tools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reference book is built in, vim-style: j and k to move, ] and [ for pages, t for the table of contents.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2570480"/>
          </a:xfrm>
          <a:prstGeom prst="roundRect">
            <a:avLst>
              <a:gd name="adj" fmla="val 4269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211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docs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docs pmap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docs --toc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docs --search parallel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Health check and serving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tools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doctor checks version, flags, paths and toolchain. serve runs a static or scripted HTTP server.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2570480"/>
          </a:xfrm>
          <a:prstGeom prst="roundRect">
            <a:avLst>
              <a:gd name="adj" fmla="val 4269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211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'doctor'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serve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serve 8080 app.stk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serve 3000 -e '"hello " . $req-&gt;{path}'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Moving code between syntaxes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tools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convert rewrites Perl into stryke syntax with pipes, deconvert reverses it, and --from-zsh transpiles a zsh script.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convert app.pl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deconvert app.stk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--from-zsh script.zsh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Formatting and minifying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tools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fmt pretty-prints in place or to stdout and minify collapses to a one-liner that parses to the same AST.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2570480"/>
          </a:xfrm>
          <a:prstGeom prst="roundRect">
            <a:avLst>
              <a:gd name="adj" fmla="val 4269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211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fmt -i .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fmt lib/utils.stk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minify app.stk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minify -i lib/*.stk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KV store and sketches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data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README-listed data features: an rkyv-backed KV store and probabilistic structures as operands.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kv_*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kv_open, kv_put, kv_get, kv_scan, kv_commit, kv_batch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mmap with zero-copy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Sketches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Bloom, HyperLogLog, Count-Min, top-k combine with + | &amp; ^ -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zsh glob qualifiers wherever a glob is taken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Strings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strings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String coordinates are documented separately for bytes and code points.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Bytes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Byte offsets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Codepoints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Character offsets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--no-interop for the non-Perl surface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--static mode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Standalone binaries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build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stryke build copies the runtime and embeds the script as a zstd-compressed trailer. Parse and compile errors surface at build time.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build app.stk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build app.stk -o /usr/local/bin/app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./app --any --script --args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784090"/>
            <a:ext cx="10515600" cy="1342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The AOT runtime sets @INC to ("."); inline modules outside the script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Inline Rust FFI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ffi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rust block compiles to a cdylib cached under ~/.cache/stryke/ffi, is dlopened, and its exported functions are registered.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1798320"/>
          </a:xfrm>
          <a:prstGeom prst="roundRect">
            <a:avLst>
              <a:gd name="adj" fmla="val 6102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 {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extern "C" fn add(a: i64, b: i64) -&gt; i64 { a + b }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Bytecode cache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cache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Compiled bytecode is stored in one rkyv shard at ~/.stryke/scripts.rkyv and mmapped on warm runs, skipping lex, parse and compile.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mtime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Edit the file and the entry is evicted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 stryke version bump evicts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mtime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Rebuilding stryke invalidates every entry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cacheview, cache_stats, cache_clear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Web framework s_web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web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 Rails-shaped scaffold with an ERB engine, SQLite ORM, admin panel, auth, PWA and Dockerfile.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Scaffold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s_web new app --app everything --theme cyberpunk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--auth and --admin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--migrate and a SQLite ORM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docs/WEB_FRAMEWORK.md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AI primitives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ai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ai is a builtin like print, with tool fn, an MCP client and server, an agent loop and sessions.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ai "summarize this", $doc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tool fn auto-registers and auto-attaches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Protocols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Anthropic tool_use and OpenAI function calling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mcp_connect and a declarative mcp_server DSL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Expect-style automation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expect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PTY-driven interactive automation with cluster fanout, the modern successor to Tcl Expect.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Spawn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pty_spawn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pty_expect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pty_send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over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pty_interact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Value lineage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lineage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mark, provenance and unmark give arc-keyed per-value lineage with weak-ref GC and zero overhead when unused.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Start tracking a value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Read its lineage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unmark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Stop tracking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Zero when unused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Benchmarks (README)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bench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stryke 0.7.7 against peers on an Apple M5 18-core, mean of 10 hyperfine runs including process startup. Run bash bench/run_bench_all.sh for your machine.</a:t>
            </a:r>
            <a:endParaRPr lang="en-US" sz="2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832735"/>
          <a:ext cx="10515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554480"/>
                <a:gridCol w="1554480"/>
                <a:gridCol w="1645920"/>
                <a:gridCol w="1554480"/>
                <a:gridCol w="1645920"/>
              </a:tblGrid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Bench (ms)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stryke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perl5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python3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ruby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luajit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fib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6.7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184.0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60.1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56.6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4.7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loop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3.2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91.2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191.4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77.8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4.3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regex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12.6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89.7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264.0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234.3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178.2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hash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6.8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24.6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25.5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32.6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2.0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startup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3.3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2.3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14.3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23.8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bg2"/>
                          </a:solidFill>
                        </a:rPr>
                        <a:t>1.5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Cheat sheet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users / cheat-sheet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 page people can photograph.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3728720"/>
          </a:xfrm>
          <a:prstGeom prst="roundRect">
            <a:avLst>
              <a:gd name="adj" fmla="val 29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327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stryke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'p 1 + 2'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--disasm script.stk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fmt -i .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build app.stk -o app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lsp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docs pmap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stryke_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548640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github.com/MenkeTechnologies/strykelang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shrs talk">
  <a:themeElements>
    <a:clrScheme name="zshrs talk">
      <a:dk1>
        <a:srgbClr val="05050A"/>
      </a:dk1>
      <a:lt1>
        <a:srgbClr val="0D0A1E"/>
      </a:lt1>
      <a:dk2>
        <a:srgbClr val="11112A"/>
      </a:dk2>
      <a:lt2>
        <a:srgbClr val="E6F4FF"/>
      </a:lt2>
      <a:accent1>
        <a:srgbClr val="05D9E8"/>
      </a:accent1>
      <a:accent2>
        <a:srgbClr val="05D9E8"/>
      </a:accent2>
      <a:accent3>
        <a:srgbClr val="FF2A6D"/>
      </a:accent3>
      <a:accent4>
        <a:srgbClr val="D300C5"/>
      </a:accent4>
      <a:accent5>
        <a:srgbClr val="9A9AB8"/>
      </a:accent5>
      <a:accent6>
        <a:srgbClr val="6A6A8C"/>
      </a:accent6>
      <a:hlink>
        <a:srgbClr val="05D9E8"/>
      </a:hlink>
      <a:folHlink>
        <a:srgbClr val="9A9AB8"/>
      </a:folHlink>
    </a:clrScheme>
    <a:fontScheme name="zshrs ta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stryke for users</dc:title>
  <dc:subject>PptxGenJS Presentation</dc:subject>
  <dc:creator>PptxGenJS</dc:creator>
  <cp:lastModifiedBy>PptxGenJS</cp:lastModifiedBy>
  <cp:revision>1</cp:revision>
  <dcterms:created xsi:type="dcterms:W3CDTF">2026-10-10T01:30:45Z</dcterms:created>
  <dcterms:modified xsi:type="dcterms:W3CDTF">2026-10-10T01:30:45Z</dcterms:modified>
</cp:coreProperties>
</file>